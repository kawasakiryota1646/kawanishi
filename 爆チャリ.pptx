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88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98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28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29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34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0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275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39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728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15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46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8AC16-9C99-4DAF-B857-3E0C6295AE9F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A3C7-8123-4AEF-B4A2-4C6875344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59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338"/>
            <a:ext cx="12464716" cy="7519737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686"/>
            <a:ext cx="12464716" cy="7331049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464716" cy="7391399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919"/>
            <a:ext cx="12464716" cy="6096000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3735"/>
            <a:ext cx="12464716" cy="6096000"/>
          </a:xfrm>
          <a:prstGeom prst="rect">
            <a:avLst/>
          </a:prstGeom>
        </p:spPr>
      </p:pic>
      <p:sp>
        <p:nvSpPr>
          <p:cNvPr id="10" name="正方形/長方形 9"/>
          <p:cNvSpPr/>
          <p:nvPr/>
        </p:nvSpPr>
        <p:spPr>
          <a:xfrm>
            <a:off x="7493000" y="4260055"/>
            <a:ext cx="4971716" cy="3259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497374"/>
            <a:ext cx="9144000" cy="2387600"/>
          </a:xfrm>
        </p:spPr>
        <p:txBody>
          <a:bodyPr>
            <a:normAutofit/>
          </a:bodyPr>
          <a:lstStyle/>
          <a:p>
            <a:r>
              <a:rPr lang="ja-JP" altLang="en-US" sz="9600" b="1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爆チャリ</a:t>
            </a:r>
            <a:endParaRPr kumimoji="1" lang="ja-JP" altLang="en-US" sz="9600" b="1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569959" y="5009424"/>
            <a:ext cx="49792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 smtClean="0">
                <a:solidFill>
                  <a:schemeClr val="bg1"/>
                </a:solidFill>
              </a:rPr>
              <a:t>ジャンル：横スクロール２</a:t>
            </a:r>
            <a:r>
              <a:rPr kumimoji="1" lang="en-US" altLang="ja-JP" b="1" dirty="0" smtClean="0">
                <a:solidFill>
                  <a:schemeClr val="bg1"/>
                </a:solidFill>
              </a:rPr>
              <a:t>D</a:t>
            </a:r>
            <a:r>
              <a:rPr kumimoji="1" lang="ja-JP" altLang="en-US" b="1" dirty="0" smtClean="0">
                <a:solidFill>
                  <a:schemeClr val="bg1"/>
                </a:solidFill>
              </a:rPr>
              <a:t>アクションゲーム</a:t>
            </a:r>
            <a:r>
              <a:rPr kumimoji="1" lang="en-US" altLang="ja-JP" b="1" dirty="0" smtClean="0">
                <a:solidFill>
                  <a:schemeClr val="bg1"/>
                </a:solidFill>
              </a:rPr>
              <a:t/>
            </a:r>
            <a:br>
              <a:rPr kumimoji="1" lang="en-US" altLang="ja-JP" b="1" dirty="0" smtClean="0">
                <a:solidFill>
                  <a:schemeClr val="bg1"/>
                </a:solidFill>
              </a:rPr>
            </a:br>
            <a:r>
              <a:rPr kumimoji="1" lang="en-US" altLang="ja-JP" b="1" dirty="0" smtClean="0">
                <a:solidFill>
                  <a:schemeClr val="bg1"/>
                </a:solidFill>
              </a:rPr>
              <a:t/>
            </a:r>
            <a:br>
              <a:rPr kumimoji="1" lang="en-US" altLang="ja-JP" b="1" dirty="0" smtClean="0">
                <a:solidFill>
                  <a:schemeClr val="bg1"/>
                </a:solidFill>
              </a:rPr>
            </a:br>
            <a:r>
              <a:rPr kumimoji="1" lang="ja-JP" altLang="en-US" b="1" dirty="0" smtClean="0">
                <a:solidFill>
                  <a:schemeClr val="bg1"/>
                </a:solidFill>
              </a:rPr>
              <a:t>プレイ人数：</a:t>
            </a:r>
            <a:r>
              <a:rPr kumimoji="1" lang="en-US" altLang="ja-JP" b="1" dirty="0" smtClean="0">
                <a:solidFill>
                  <a:schemeClr val="bg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bg1"/>
                </a:solidFill>
              </a:rPr>
              <a:t>人</a:t>
            </a:r>
            <a:endParaRPr kumimoji="1" lang="en-US" altLang="ja-JP" b="1" dirty="0" smtClean="0">
              <a:solidFill>
                <a:schemeClr val="bg1"/>
              </a:solidFill>
            </a:endParaRPr>
          </a:p>
          <a:p>
            <a:endParaRPr lang="en-US" altLang="ja-JP" b="1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開発</a:t>
            </a:r>
            <a:r>
              <a:rPr lang="ja-JP" altLang="en-US" b="1" dirty="0" smtClean="0">
                <a:solidFill>
                  <a:schemeClr val="bg1"/>
                </a:solidFill>
              </a:rPr>
              <a:t>環境：</a:t>
            </a:r>
            <a:r>
              <a:rPr lang="en-US" altLang="ja-JP" b="1" dirty="0" smtClean="0">
                <a:solidFill>
                  <a:schemeClr val="bg1"/>
                </a:solidFill>
              </a:rPr>
              <a:t>Unity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525" y="5208407"/>
            <a:ext cx="2719675" cy="164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8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900"/>
            <a:ext cx="6014213" cy="339152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868" y="723900"/>
            <a:ext cx="6255131" cy="348132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868" y="3860800"/>
            <a:ext cx="6255132" cy="299720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782" y="3860800"/>
            <a:ext cx="5962650" cy="2997200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-1" y="0"/>
            <a:ext cx="12191999" cy="104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 smtClean="0"/>
              <a:t>ステージ</a:t>
            </a:r>
            <a:endParaRPr kumimoji="1" lang="ja-JP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760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b="1" dirty="0"/>
              <a:t>ゲーム説明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36863" y="1926293"/>
            <a:ext cx="11082556" cy="4351338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自転車に乗りながらゴールを目指す</a:t>
            </a:r>
            <a:endParaRPr kumimoji="1" lang="en-US" altLang="ja-JP" sz="3200" dirty="0"/>
          </a:p>
          <a:p>
            <a:r>
              <a:rPr kumimoji="1" lang="ja-JP" altLang="en-US" sz="3200" dirty="0" smtClean="0"/>
              <a:t>スタミナを消費してダッシュができる（時間経過で回復）</a:t>
            </a:r>
            <a:endParaRPr kumimoji="1" lang="en-US" altLang="ja-JP" sz="3200" dirty="0" smtClean="0"/>
          </a:p>
          <a:p>
            <a:r>
              <a:rPr lang="ja-JP" altLang="en-US" sz="3200" dirty="0"/>
              <a:t>スタミナ</a:t>
            </a:r>
            <a:r>
              <a:rPr lang="ja-JP" altLang="en-US" sz="3200" dirty="0" smtClean="0"/>
              <a:t>が０になると回復するまで操作不能になる</a:t>
            </a:r>
            <a:endParaRPr lang="en-US" altLang="ja-JP" sz="3200" dirty="0" smtClean="0"/>
          </a:p>
          <a:p>
            <a:r>
              <a:rPr lang="ja-JP" altLang="en-US" sz="3200" dirty="0" smtClean="0"/>
              <a:t>時間制限がありダッシュをうまく使うのが大切</a:t>
            </a:r>
            <a:endParaRPr lang="en-US" altLang="ja-JP" sz="3200" dirty="0" smtClean="0"/>
          </a:p>
          <a:p>
            <a:r>
              <a:rPr kumimoji="1" lang="ja-JP" altLang="en-US" sz="3200" dirty="0" smtClean="0"/>
              <a:t>プレイヤーが転倒</a:t>
            </a:r>
            <a:r>
              <a:rPr lang="ja-JP" altLang="en-US" sz="3200" dirty="0"/>
              <a:t>する</a:t>
            </a:r>
            <a:r>
              <a:rPr lang="ja-JP" altLang="en-US" sz="3200" dirty="0" smtClean="0"/>
              <a:t>と</a:t>
            </a:r>
            <a:r>
              <a:rPr lang="ja-JP" altLang="en-US" sz="3200" dirty="0" smtClean="0">
                <a:solidFill>
                  <a:srgbClr val="FF0000"/>
                </a:solidFill>
              </a:rPr>
              <a:t>ゲームオーバー</a:t>
            </a:r>
            <a:r>
              <a:rPr lang="ja-JP" altLang="en-US" sz="3200" dirty="0" smtClean="0"/>
              <a:t>になる</a:t>
            </a:r>
            <a:endParaRPr lang="en-US" altLang="ja-JP" sz="3200" dirty="0" smtClean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0663752-4E96-B5D5-EAF2-30BBC1789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201" y="3255962"/>
            <a:ext cx="3178799" cy="360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6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b="1" dirty="0" smtClean="0"/>
              <a:t>面白い点</a:t>
            </a:r>
            <a:endParaRPr kumimoji="1" lang="ja-JP" altLang="en-US" sz="54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62699" y="2396076"/>
            <a:ext cx="10515600" cy="4351338"/>
          </a:xfrm>
        </p:spPr>
        <p:txBody>
          <a:bodyPr>
            <a:normAutofit/>
          </a:bodyPr>
          <a:lstStyle/>
          <a:p>
            <a:r>
              <a:rPr kumimoji="1" lang="ja-JP" altLang="en-US" sz="3600" dirty="0" smtClean="0"/>
              <a:t>プレイヤーのバランスを取りながら進む点。</a:t>
            </a:r>
            <a:endParaRPr kumimoji="1" lang="en-US" altLang="ja-JP" sz="3600" dirty="0" smtClean="0"/>
          </a:p>
          <a:p>
            <a:r>
              <a:rPr lang="ja-JP" altLang="en-US" sz="3600" dirty="0" smtClean="0"/>
              <a:t>ダッシュを使うことで爆走できる</a:t>
            </a:r>
            <a:r>
              <a:rPr lang="ja-JP" altLang="en-US" sz="3600" dirty="0"/>
              <a:t>。</a:t>
            </a:r>
            <a:endParaRPr lang="en-US" altLang="ja-JP" sz="3600" dirty="0" smtClean="0"/>
          </a:p>
          <a:p>
            <a:r>
              <a:rPr kumimoji="1" lang="ja-JP" altLang="en-US" sz="3600" dirty="0" smtClean="0"/>
              <a:t>時間制限があるのでハラハラ感が味わえる。</a:t>
            </a:r>
            <a:endParaRPr kumimoji="1" lang="en-US" altLang="ja-JP" sz="3600" dirty="0" smtClean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0663752-4E96-B5D5-EAF2-30BBC1789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201" y="3255962"/>
            <a:ext cx="3178799" cy="360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4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90</Words>
  <Application>Microsoft Office PowerPoint</Application>
  <PresentationFormat>ワイド画面</PresentationFormat>
  <Paragraphs>15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HGS創英角ﾎﾟｯﾌﾟ体</vt:lpstr>
      <vt:lpstr>游ゴシック</vt:lpstr>
      <vt:lpstr>游ゴシック Light</vt:lpstr>
      <vt:lpstr>Arial</vt:lpstr>
      <vt:lpstr>Office テーマ</vt:lpstr>
      <vt:lpstr>爆チャリ</vt:lpstr>
      <vt:lpstr>PowerPoint プレゼンテーション</vt:lpstr>
      <vt:lpstr>ゲーム説明</vt:lpstr>
      <vt:lpstr>面白い点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横スクロールアクション</dc:title>
  <dc:creator>GA3</dc:creator>
  <cp:lastModifiedBy>GA3</cp:lastModifiedBy>
  <cp:revision>26</cp:revision>
  <dcterms:created xsi:type="dcterms:W3CDTF">2026-04-13T01:46:02Z</dcterms:created>
  <dcterms:modified xsi:type="dcterms:W3CDTF">2026-07-27T00:54:57Z</dcterms:modified>
</cp:coreProperties>
</file>