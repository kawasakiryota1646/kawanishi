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sz="6600" b="1" dirty="0"/>
              <a:t>爆走チャリンコ</a:t>
            </a:r>
            <a:r>
              <a:rPr lang="ja-JP" altLang="en-US" sz="3600" dirty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川</a:t>
            </a:r>
            <a:r>
              <a:rPr kumimoji="1" lang="ja-JP" altLang="en-US" dirty="0" smtClean="0"/>
              <a:t>﨑、中西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9BD962-3D05-1755-C7F4-CDA06864C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lang="ja-JP" altLang="en-US" sz="5400" b="1" dirty="0"/>
              <a:t>ゲーム概要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52974" y="2018572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/>
              <a:t>ジャンル：横スクロール</a:t>
            </a:r>
            <a:r>
              <a:rPr kumimoji="1" lang="en-US" altLang="ja-JP" sz="4400" dirty="0"/>
              <a:t>2D</a:t>
            </a:r>
            <a:r>
              <a:rPr kumimoji="1" lang="ja-JP" altLang="en-US" sz="4400" dirty="0"/>
              <a:t>アクション</a:t>
            </a:r>
            <a:endParaRPr kumimoji="1" lang="en-US" altLang="ja-JP" sz="4400" dirty="0"/>
          </a:p>
          <a:p>
            <a:pPr marL="0" indent="0">
              <a:buNone/>
            </a:pPr>
            <a:r>
              <a:rPr kumimoji="1" lang="ja-JP" altLang="en-US" sz="4400" dirty="0"/>
              <a:t>開発環境：</a:t>
            </a:r>
            <a:r>
              <a:rPr kumimoji="1" lang="en-US" altLang="ja-JP" sz="4400" dirty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プレイ人数：</a:t>
            </a:r>
            <a:r>
              <a:rPr lang="en-US" altLang="ja-JP" sz="4400" dirty="0"/>
              <a:t>1</a:t>
            </a:r>
            <a:r>
              <a:rPr lang="ja-JP" altLang="en-US" sz="4400" dirty="0"/>
              <a:t>人</a:t>
            </a:r>
            <a:endParaRPr lang="en-US" altLang="ja-JP" sz="4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3BF7E92-96A8-763B-E4D1-C5C9A8B79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b="1" dirty="0"/>
              <a:t>ゲーム説明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36863" y="1926293"/>
            <a:ext cx="11082556" cy="4351338"/>
          </a:xfrm>
        </p:spPr>
        <p:txBody>
          <a:bodyPr>
            <a:normAutofit/>
          </a:bodyPr>
          <a:lstStyle/>
          <a:p>
            <a:r>
              <a:rPr kumimoji="1" lang="ja-JP" altLang="en-US" sz="3200" dirty="0"/>
              <a:t>自転車に乗りながらゴールを目指す</a:t>
            </a:r>
            <a:endParaRPr kumimoji="1" lang="en-US" altLang="ja-JP" sz="3200" dirty="0"/>
          </a:p>
          <a:p>
            <a:r>
              <a:rPr kumimoji="1" lang="ja-JP" altLang="en-US" sz="3200" dirty="0" smtClean="0"/>
              <a:t>スタミナを消費してダッシュができる（時間経過で回復）</a:t>
            </a:r>
            <a:endParaRPr kumimoji="1" lang="en-US" altLang="ja-JP" sz="3200" dirty="0" smtClean="0"/>
          </a:p>
          <a:p>
            <a:r>
              <a:rPr lang="ja-JP" altLang="en-US" sz="3200" dirty="0"/>
              <a:t>スタミナ</a:t>
            </a:r>
            <a:r>
              <a:rPr lang="ja-JP" altLang="en-US" sz="3200" dirty="0" smtClean="0"/>
              <a:t>が０になる</a:t>
            </a:r>
            <a:r>
              <a:rPr lang="ja-JP" altLang="en-US" sz="3200" dirty="0" smtClean="0"/>
              <a:t>と回復するまで操作不能になる</a:t>
            </a:r>
            <a:endParaRPr lang="en-US" altLang="ja-JP" sz="3200" dirty="0" smtClean="0"/>
          </a:p>
          <a:p>
            <a:r>
              <a:rPr lang="ja-JP" altLang="en-US" sz="3200" dirty="0" smtClean="0"/>
              <a:t>時間</a:t>
            </a:r>
            <a:r>
              <a:rPr lang="ja-JP" altLang="en-US" sz="3200" dirty="0" smtClean="0"/>
              <a:t>制限がありダッシュをうまく使うのが大切</a:t>
            </a:r>
            <a:endParaRPr lang="en-US" altLang="ja-JP" sz="3200" dirty="0" smtClean="0"/>
          </a:p>
          <a:p>
            <a:r>
              <a:rPr kumimoji="1" lang="ja-JP" altLang="en-US" sz="3200" dirty="0" smtClean="0"/>
              <a:t>プレイヤーが転倒</a:t>
            </a:r>
            <a:r>
              <a:rPr lang="ja-JP" altLang="en-US" sz="3200" dirty="0"/>
              <a:t>する</a:t>
            </a:r>
            <a:r>
              <a:rPr lang="ja-JP" altLang="en-US" sz="3200" dirty="0" smtClean="0"/>
              <a:t>と</a:t>
            </a:r>
            <a:r>
              <a:rPr lang="ja-JP" altLang="en-US" sz="3200" dirty="0" smtClean="0">
                <a:solidFill>
                  <a:srgbClr val="FF0000"/>
                </a:solidFill>
              </a:rPr>
              <a:t>ゲームオーバー</a:t>
            </a:r>
            <a:r>
              <a:rPr lang="ja-JP" altLang="en-US" sz="3200" dirty="0" smtClean="0"/>
              <a:t>に</a:t>
            </a:r>
            <a:r>
              <a:rPr lang="ja-JP" altLang="en-US" sz="3200" dirty="0" smtClean="0"/>
              <a:t>なる</a:t>
            </a:r>
            <a:endParaRPr lang="en-US" altLang="ja-JP" sz="3200" dirty="0" smtClean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b="1" dirty="0" smtClean="0"/>
              <a:t>面白い点</a:t>
            </a:r>
            <a:endParaRPr kumimoji="1" lang="ja-JP" altLang="en-US" sz="5400" b="1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762699" y="2396076"/>
            <a:ext cx="10515600" cy="4351338"/>
          </a:xfrm>
        </p:spPr>
        <p:txBody>
          <a:bodyPr>
            <a:normAutofit/>
          </a:bodyPr>
          <a:lstStyle/>
          <a:p>
            <a:r>
              <a:rPr kumimoji="1" lang="ja-JP" altLang="en-US" sz="3600" dirty="0" smtClean="0"/>
              <a:t>プレイヤーのバランスを取りながら進む点。</a:t>
            </a:r>
            <a:endParaRPr kumimoji="1" lang="en-US" altLang="ja-JP" sz="3600" dirty="0" smtClean="0"/>
          </a:p>
          <a:p>
            <a:r>
              <a:rPr lang="ja-JP" altLang="en-US" sz="3600" dirty="0" smtClean="0"/>
              <a:t>ダッシュを使うことで爆走できることができる。</a:t>
            </a:r>
            <a:endParaRPr lang="en-US" altLang="ja-JP" sz="3600" dirty="0" smtClean="0"/>
          </a:p>
          <a:p>
            <a:r>
              <a:rPr kumimoji="1" lang="ja-JP" altLang="en-US" sz="3600" dirty="0" smtClean="0"/>
              <a:t>時間制限があるのでハラハラ感が味わえる。</a:t>
            </a:r>
            <a:endParaRPr kumimoji="1" lang="en-US" altLang="ja-JP" sz="3600" dirty="0" smtClean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247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110</Words>
  <Application>Microsoft Office PowerPoint</Application>
  <PresentationFormat>ワイド画面</PresentationFormat>
  <Paragraphs>16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ゲーム説明</vt:lpstr>
      <vt:lpstr>面白い点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20</cp:revision>
  <dcterms:created xsi:type="dcterms:W3CDTF">2026-04-13T01:46:02Z</dcterms:created>
  <dcterms:modified xsi:type="dcterms:W3CDTF">2026-04-20T00:40:13Z</dcterms:modified>
</cp:coreProperties>
</file>