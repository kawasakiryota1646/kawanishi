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98879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69871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9285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5290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33429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40377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2758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8397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37283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4155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5468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A8AC16-9C99-4DAF-B857-3E0C6295AE9F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75921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横スクロールアクション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 smtClean="0"/>
              <a:t>川﨑、中西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136801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特徴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 smtClean="0"/>
              <a:t>プレイヤーの体が軟体</a:t>
            </a:r>
            <a:endParaRPr kumimoji="1" lang="en-US" altLang="ja-JP" dirty="0" smtClean="0"/>
          </a:p>
          <a:p>
            <a:r>
              <a:rPr kumimoji="1" lang="ja-JP" altLang="en-US" dirty="0" smtClean="0"/>
              <a:t>プレイヤーが転倒しないようにスピード調節しながらバランスをとる</a:t>
            </a:r>
            <a:endParaRPr kumimoji="1" lang="en-US" altLang="ja-JP" dirty="0" smtClean="0"/>
          </a:p>
          <a:p>
            <a:r>
              <a:rPr lang="ja-JP" altLang="en-US" dirty="0" smtClean="0"/>
              <a:t>頭をぶつけたら</a:t>
            </a:r>
            <a:r>
              <a:rPr kumimoji="1" lang="ja-JP" altLang="en-US" dirty="0" smtClean="0"/>
              <a:t>ゲームオーバー</a:t>
            </a:r>
            <a:endParaRPr kumimoji="1" lang="en-US" altLang="ja-JP" dirty="0" smtClean="0"/>
          </a:p>
          <a:p>
            <a:endParaRPr kumimoji="1" lang="en-US" altLang="ja-JP" dirty="0" smtClean="0"/>
          </a:p>
          <a:p>
            <a:endParaRPr kumimoji="1" lang="en-US" altLang="ja-JP" dirty="0" smtClean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974623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28</Words>
  <Application>Microsoft Office PowerPoint</Application>
  <PresentationFormat>ワイド画面</PresentationFormat>
  <Paragraphs>7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横スクロールアクション</vt:lpstr>
      <vt:lpstr>特徴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横スクロールアクション</dc:title>
  <dc:creator>GA3</dc:creator>
  <cp:lastModifiedBy>GA3</cp:lastModifiedBy>
  <cp:revision>4</cp:revision>
  <dcterms:created xsi:type="dcterms:W3CDTF">2026-04-13T01:46:02Z</dcterms:created>
  <dcterms:modified xsi:type="dcterms:W3CDTF">2026-04-13T02:38:58Z</dcterms:modified>
</cp:coreProperties>
</file>