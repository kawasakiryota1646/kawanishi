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7" r:id="rId4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4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slide" Target="slides/slide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98879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369871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909285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47529084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8" name="フッター プレースホルダー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28334292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840377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3" name="フッター プレースホルダー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627588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&#10;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083973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67372834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841554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A8AC16-9C99-4DAF-B857-3E0C6295AE9F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154684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A8AC16-9C99-4DAF-B857-3E0C6295AE9F}" type="datetimeFigureOut">
              <a:rPr kumimoji="1" lang="ja-JP" altLang="en-US" smtClean="0"/>
              <a:t>2026/4/20</a:t>
            </a:fld>
            <a:endParaRPr kumimoji="1" lang="ja-JP" altLang="en-US"/>
          </a:p>
        </p:txBody>
      </p:sp>
      <p:sp>
        <p:nvSpPr>
          <p:cNvPr id="5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755A3C7-8123-4AEF-B4A2-4C687534445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0759214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ja-JP" altLang="en-US" dirty="0"/>
              <a:t>爆走チャリンコ</a:t>
            </a:r>
            <a:r>
              <a:rPr lang="ja-JP" altLang="en-US" sz="3600" dirty="0"/>
              <a:t>（爆チャリ）</a:t>
            </a:r>
            <a:endParaRPr kumimoji="1" lang="ja-JP" altLang="en-US" dirty="0"/>
          </a:p>
        </p:txBody>
      </p:sp>
      <p:sp>
        <p:nvSpPr>
          <p:cNvPr id="3" name="サブタイトル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ja-JP" altLang="en-US" dirty="0"/>
              <a:t>川</a:t>
            </a:r>
            <a:r>
              <a:rPr kumimoji="1" lang="ja-JP" altLang="en-US" dirty="0" smtClean="0"/>
              <a:t>﨑、中西</a:t>
            </a:r>
            <a:endParaRPr kumimoji="1" lang="ja-JP" altLang="en-US" dirty="0"/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479BD962-3D05-1755-C7F4-CDA06864C5F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3201" y="3255962"/>
            <a:ext cx="3178799" cy="3602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368013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>
          <a:xfrm>
            <a:off x="427140" y="239290"/>
            <a:ext cx="10515600" cy="1325563"/>
          </a:xfrm>
        </p:spPr>
        <p:txBody>
          <a:bodyPr>
            <a:normAutofit/>
          </a:bodyPr>
          <a:lstStyle/>
          <a:p>
            <a:r>
              <a:rPr kumimoji="1" lang="ja-JP" altLang="en-US" sz="7200" dirty="0"/>
              <a:t>ゲーム概要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>
          <a:xfrm>
            <a:off x="552974" y="2018572"/>
            <a:ext cx="1051560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kumimoji="1" lang="ja-JP" altLang="en-US" sz="4400" dirty="0"/>
              <a:t>ジャンル：横スクロール</a:t>
            </a:r>
            <a:r>
              <a:rPr kumimoji="1" lang="en-US" altLang="ja-JP" sz="4400" dirty="0"/>
              <a:t>2D</a:t>
            </a:r>
            <a:r>
              <a:rPr kumimoji="1" lang="ja-JP" altLang="en-US" sz="4400" dirty="0"/>
              <a:t>アクション</a:t>
            </a:r>
            <a:endParaRPr kumimoji="1" lang="en-US" altLang="ja-JP" sz="4400" dirty="0"/>
          </a:p>
          <a:p>
            <a:pPr marL="0" indent="0">
              <a:buNone/>
            </a:pPr>
            <a:r>
              <a:rPr kumimoji="1" lang="ja-JP" altLang="en-US" sz="4400" dirty="0"/>
              <a:t>開発環境：</a:t>
            </a:r>
            <a:r>
              <a:rPr kumimoji="1" lang="en-US" altLang="ja-JP" sz="4400" dirty="0"/>
              <a:t>Unity</a:t>
            </a:r>
          </a:p>
          <a:p>
            <a:pPr marL="0" indent="0">
              <a:buNone/>
            </a:pPr>
            <a:r>
              <a:rPr lang="ja-JP" altLang="en-US" sz="4400" dirty="0"/>
              <a:t>プレイ人数：</a:t>
            </a:r>
            <a:r>
              <a:rPr lang="en-US" altLang="ja-JP" sz="4400" dirty="0"/>
              <a:t>1</a:t>
            </a:r>
            <a:r>
              <a:rPr lang="ja-JP" altLang="en-US" sz="4400" dirty="0"/>
              <a:t>人</a:t>
            </a:r>
            <a:endParaRPr lang="en-US" altLang="ja-JP" sz="4400" dirty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63BF7E92-96A8-763B-E4D1-C5C9A8B798C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3201" y="3255962"/>
            <a:ext cx="3178799" cy="3602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124166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 dirty="0"/>
              <a:t>ゲーム説明</a:t>
            </a:r>
          </a:p>
        </p:txBody>
      </p:sp>
      <p:sp>
        <p:nvSpPr>
          <p:cNvPr id="3" name="コンテンツ プレースホルダー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kumimoji="1" lang="ja-JP" altLang="en-US" dirty="0"/>
              <a:t>自転車に乗りながらゴールを目指す</a:t>
            </a:r>
            <a:endParaRPr kumimoji="1" lang="en-US" altLang="ja-JP" dirty="0"/>
          </a:p>
          <a:p>
            <a:r>
              <a:rPr kumimoji="1" lang="ja-JP" altLang="en-US" dirty="0" smtClean="0"/>
              <a:t>スタミナを消費してダッシュができる（時間経過で回復）</a:t>
            </a:r>
            <a:endParaRPr kumimoji="1" lang="en-US" altLang="ja-JP" dirty="0" smtClean="0"/>
          </a:p>
          <a:p>
            <a:r>
              <a:rPr lang="ja-JP" altLang="en-US" dirty="0"/>
              <a:t>スタミナ</a:t>
            </a:r>
            <a:r>
              <a:rPr lang="ja-JP" altLang="en-US" dirty="0" smtClean="0"/>
              <a:t>が０になると移動が遅くなる</a:t>
            </a:r>
            <a:endParaRPr lang="en-US" altLang="ja-JP" dirty="0" smtClean="0"/>
          </a:p>
          <a:p>
            <a:r>
              <a:rPr lang="ja-JP" altLang="en-US" dirty="0"/>
              <a:t>時間</a:t>
            </a:r>
            <a:r>
              <a:rPr lang="ja-JP" altLang="en-US" dirty="0" smtClean="0"/>
              <a:t>制限がありダッシュをうまく使うのが大切</a:t>
            </a:r>
            <a:endParaRPr lang="en-US" altLang="ja-JP" dirty="0" smtClean="0"/>
          </a:p>
          <a:p>
            <a:r>
              <a:rPr kumimoji="1" lang="ja-JP" altLang="en-US" dirty="0" smtClean="0"/>
              <a:t>プレイヤーが</a:t>
            </a:r>
            <a:r>
              <a:rPr kumimoji="1" lang="ja-JP" altLang="en-US" dirty="0" smtClean="0"/>
              <a:t>転倒</a:t>
            </a:r>
            <a:r>
              <a:rPr lang="ja-JP" altLang="en-US" dirty="0"/>
              <a:t>する</a:t>
            </a:r>
            <a:r>
              <a:rPr lang="ja-JP" altLang="en-US" dirty="0" smtClean="0"/>
              <a:t>と</a:t>
            </a:r>
            <a:r>
              <a:rPr lang="ja-JP" altLang="en-US" dirty="0" smtClean="0">
                <a:solidFill>
                  <a:srgbClr val="FF0000"/>
                </a:solidFill>
              </a:rPr>
              <a:t>ゲームオーバー</a:t>
            </a:r>
            <a:r>
              <a:rPr lang="ja-JP" altLang="en-US" dirty="0" smtClean="0"/>
              <a:t>になる。</a:t>
            </a:r>
            <a:endParaRPr lang="en-US" altLang="ja-JP" dirty="0" smtClean="0"/>
          </a:p>
          <a:p>
            <a:pPr marL="0" indent="0">
              <a:buNone/>
            </a:pPr>
            <a:r>
              <a:rPr kumimoji="1" lang="en-US" altLang="ja-JP" dirty="0"/>
              <a:t> </a:t>
            </a:r>
            <a:r>
              <a:rPr kumimoji="1" lang="en-US" altLang="ja-JP" dirty="0" smtClean="0"/>
              <a:t>  </a:t>
            </a:r>
            <a:r>
              <a:rPr kumimoji="1" lang="ja-JP" altLang="en-US" dirty="0" smtClean="0"/>
              <a:t>スピード調節しながらバランスをとる</a:t>
            </a:r>
            <a:endParaRPr kumimoji="1" lang="en-US" altLang="ja-JP" dirty="0" smtClean="0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40663752-4E96-B5D5-EAF2-30BBC178937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13201" y="3255962"/>
            <a:ext cx="3178799" cy="36020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974623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134</TotalTime>
  <Words>85</Words>
  <Application>Microsoft Office PowerPoint</Application>
  <PresentationFormat>ワイド画面</PresentationFormat>
  <Paragraphs>13</Paragraphs>
  <Slides>3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3</vt:i4>
      </vt:variant>
    </vt:vector>
  </HeadingPairs>
  <TitlesOfParts>
    <vt:vector size="7" baseType="lpstr">
      <vt:lpstr>游ゴシック</vt:lpstr>
      <vt:lpstr>游ゴシック Light</vt:lpstr>
      <vt:lpstr>Arial</vt:lpstr>
      <vt:lpstr>Office テーマ</vt:lpstr>
      <vt:lpstr>爆走チャリンコ（爆チャリ）</vt:lpstr>
      <vt:lpstr>ゲーム概要</vt:lpstr>
      <vt:lpstr>ゲーム説明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横スクロールアクション</dc:title>
  <dc:creator>GA3</dc:creator>
  <cp:lastModifiedBy>GA3</cp:lastModifiedBy>
  <cp:revision>16</cp:revision>
  <dcterms:created xsi:type="dcterms:W3CDTF">2026-04-13T01:46:02Z</dcterms:created>
  <dcterms:modified xsi:type="dcterms:W3CDTF">2026-04-20T00:20:27Z</dcterms:modified>
</cp:coreProperties>
</file>