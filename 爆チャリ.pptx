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爆走チャリンコ</a:t>
            </a:r>
            <a:r>
              <a:rPr lang="ja-JP" altLang="en-US" sz="3600" dirty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川﨑、中西</a:t>
            </a:r>
          </a:p>
        </p:txBody>
      </p:sp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7200" dirty="0"/>
              <a:t>ゲーム概要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78141" y="179206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/>
              <a:t>ジャンル：アクション</a:t>
            </a:r>
            <a:endParaRPr kumimoji="1" lang="en-US" altLang="ja-JP" sz="4400" dirty="0"/>
          </a:p>
          <a:p>
            <a:pPr marL="0" indent="0">
              <a:buNone/>
            </a:pPr>
            <a:r>
              <a:rPr kumimoji="1" lang="ja-JP" altLang="en-US" sz="4400" dirty="0"/>
              <a:t>開発環境：</a:t>
            </a:r>
            <a:r>
              <a:rPr kumimoji="1" lang="en-US" altLang="ja-JP" sz="4400" dirty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プレイ人数：</a:t>
            </a:r>
            <a:r>
              <a:rPr lang="en-US" altLang="ja-JP" sz="4400" dirty="0"/>
              <a:t>1</a:t>
            </a:r>
            <a:r>
              <a:rPr lang="ja-JP" altLang="en-US" sz="4400" dirty="0"/>
              <a:t>人</a:t>
            </a:r>
            <a:endParaRPr lang="en-US" altLang="ja-JP" sz="4400" dirty="0"/>
          </a:p>
        </p:txBody>
      </p:sp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ゲーム説明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自転車に乗りながらゴールを目指す</a:t>
            </a:r>
            <a:endParaRPr kumimoji="1" lang="en-US" altLang="ja-JP" dirty="0"/>
          </a:p>
          <a:p>
            <a:r>
              <a:rPr kumimoji="1" lang="ja-JP" altLang="en-US" dirty="0"/>
              <a:t>プレイヤーの体が</a:t>
            </a:r>
            <a:r>
              <a:rPr lang="ja-JP" altLang="en-US" dirty="0"/>
              <a:t>ふにゃふにゃ</a:t>
            </a:r>
            <a:endParaRPr kumimoji="1" lang="en-US" altLang="ja-JP" dirty="0"/>
          </a:p>
          <a:p>
            <a:r>
              <a:rPr kumimoji="1" lang="ja-JP" altLang="en-US" dirty="0"/>
              <a:t>プレイヤーが転倒しないようにスピード調節しながらバランスをとる</a:t>
            </a:r>
            <a:endParaRPr kumimoji="1" lang="en-US" altLang="ja-JP" dirty="0"/>
          </a:p>
          <a:p>
            <a:r>
              <a:rPr lang="ja-JP" altLang="en-US" dirty="0"/>
              <a:t>頭をぶつけたら</a:t>
            </a:r>
            <a:r>
              <a:rPr kumimoji="1" lang="ja-JP" altLang="en-US" dirty="0"/>
              <a:t>ゲームオーバー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53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ゲーム説明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ryota kawasaki</cp:lastModifiedBy>
  <cp:revision>8</cp:revision>
  <dcterms:created xsi:type="dcterms:W3CDTF">2026-04-13T01:46:02Z</dcterms:created>
  <dcterms:modified xsi:type="dcterms:W3CDTF">2026-04-17T00:39:44Z</dcterms:modified>
</cp:coreProperties>
</file>