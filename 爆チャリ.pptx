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98879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69871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9285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52908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33429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40377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27588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8397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37283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4155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5468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75921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 smtClean="0"/>
              <a:t>爆走チャリンコ</a:t>
            </a:r>
            <a:r>
              <a:rPr lang="ja-JP" altLang="en-US" sz="3600" dirty="0" smtClean="0"/>
              <a:t>（爆チャリ）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 smtClean="0"/>
              <a:t>川﨑、中西</a:t>
            </a:r>
            <a:endParaRPr kumimoji="1" lang="ja-JP" altLang="en-US" dirty="0"/>
          </a:p>
        </p:txBody>
      </p:sp>
      <p:pic>
        <p:nvPicPr>
          <p:cNvPr id="4" name="図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9793" y="3397540"/>
            <a:ext cx="2979822" cy="3376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6801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27140" y="239290"/>
            <a:ext cx="10515600" cy="1325563"/>
          </a:xfrm>
        </p:spPr>
        <p:txBody>
          <a:bodyPr>
            <a:normAutofit/>
          </a:bodyPr>
          <a:lstStyle/>
          <a:p>
            <a:r>
              <a:rPr kumimoji="1" lang="ja-JP" altLang="en-US" sz="7200" dirty="0" smtClean="0"/>
              <a:t>ゲーム概要</a:t>
            </a:r>
            <a:endParaRPr kumimoji="1" lang="ja-JP" altLang="en-US" sz="7200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78141" y="1792069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ja-JP" altLang="en-US" sz="4400" dirty="0" smtClean="0"/>
              <a:t>ジャンル：アクション</a:t>
            </a:r>
            <a:endParaRPr kumimoji="1" lang="en-US" altLang="ja-JP" sz="4400" dirty="0" smtClean="0"/>
          </a:p>
          <a:p>
            <a:pPr marL="0" indent="0">
              <a:buNone/>
            </a:pPr>
            <a:r>
              <a:rPr kumimoji="1" lang="ja-JP" altLang="en-US" sz="4400" dirty="0" smtClean="0"/>
              <a:t>開発環境：</a:t>
            </a:r>
            <a:r>
              <a:rPr kumimoji="1" lang="en-US" altLang="ja-JP" sz="4400" dirty="0" smtClean="0"/>
              <a:t>Unity</a:t>
            </a:r>
          </a:p>
          <a:p>
            <a:pPr marL="0" indent="0">
              <a:buNone/>
            </a:pPr>
            <a:r>
              <a:rPr lang="ja-JP" altLang="en-US" sz="4400" dirty="0"/>
              <a:t>プレイ</a:t>
            </a:r>
            <a:r>
              <a:rPr lang="ja-JP" altLang="en-US" sz="4400" dirty="0" smtClean="0"/>
              <a:t>人数：</a:t>
            </a:r>
            <a:r>
              <a:rPr lang="en-US" altLang="ja-JP" sz="4400" dirty="0" smtClean="0"/>
              <a:t>1</a:t>
            </a:r>
            <a:r>
              <a:rPr lang="ja-JP" altLang="en-US" sz="4400" dirty="0" smtClean="0"/>
              <a:t>人</a:t>
            </a:r>
            <a:endParaRPr lang="en-US" altLang="ja-JP" sz="4400" dirty="0" smtClean="0"/>
          </a:p>
        </p:txBody>
      </p:sp>
      <p:pic>
        <p:nvPicPr>
          <p:cNvPr id="4" name="図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9793" y="3397540"/>
            <a:ext cx="2979822" cy="3376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241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特徴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自転車に乗りながらゴールを目指す</a:t>
            </a:r>
            <a:endParaRPr kumimoji="1" lang="en-US" altLang="ja-JP" dirty="0" smtClean="0"/>
          </a:p>
          <a:p>
            <a:r>
              <a:rPr kumimoji="1" lang="ja-JP" altLang="en-US" dirty="0" smtClean="0"/>
              <a:t>プレイヤー</a:t>
            </a:r>
            <a:r>
              <a:rPr kumimoji="1" lang="ja-JP" altLang="en-US" dirty="0" smtClean="0"/>
              <a:t>の体</a:t>
            </a:r>
            <a:r>
              <a:rPr kumimoji="1" lang="ja-JP" altLang="en-US" dirty="0" smtClean="0"/>
              <a:t>が</a:t>
            </a:r>
            <a:r>
              <a:rPr lang="ja-JP" altLang="en-US" dirty="0"/>
              <a:t>ふにゃふにゃ</a:t>
            </a:r>
            <a:endParaRPr kumimoji="1" lang="en-US" altLang="ja-JP" dirty="0" smtClean="0"/>
          </a:p>
          <a:p>
            <a:r>
              <a:rPr kumimoji="1" lang="ja-JP" altLang="en-US" dirty="0" smtClean="0"/>
              <a:t>プレイヤーが転倒しないようにスピード調節しながらバランスをとる</a:t>
            </a:r>
            <a:endParaRPr kumimoji="1" lang="en-US" altLang="ja-JP" dirty="0" smtClean="0"/>
          </a:p>
          <a:p>
            <a:r>
              <a:rPr lang="ja-JP" altLang="en-US" dirty="0" smtClean="0"/>
              <a:t>頭をぶつけたら</a:t>
            </a:r>
            <a:r>
              <a:rPr kumimoji="1" lang="ja-JP" altLang="en-US" dirty="0" smtClean="0"/>
              <a:t>ゲームオーバー</a:t>
            </a:r>
            <a:endParaRPr kumimoji="1" lang="en-US" altLang="ja-JP" dirty="0" smtClean="0"/>
          </a:p>
          <a:p>
            <a:endParaRPr kumimoji="1" lang="en-US" altLang="ja-JP" dirty="0" smtClean="0"/>
          </a:p>
          <a:p>
            <a:endParaRPr kumimoji="1" lang="en-US" altLang="ja-JP" dirty="0" smtClean="0"/>
          </a:p>
          <a:p>
            <a:endParaRPr kumimoji="1" lang="ja-JP" altLang="en-US" dirty="0"/>
          </a:p>
        </p:txBody>
      </p:sp>
      <p:pic>
        <p:nvPicPr>
          <p:cNvPr id="4" name="図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9793" y="3397540"/>
            <a:ext cx="2979822" cy="3376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4623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52</Words>
  <Application>Microsoft Office PowerPoint</Application>
  <PresentationFormat>ワイド画面</PresentationFormat>
  <Paragraphs>12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爆走チャリンコ（爆チャリ）</vt:lpstr>
      <vt:lpstr>ゲーム概要</vt:lpstr>
      <vt:lpstr>特徴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横スクロールアクション</dc:title>
  <dc:creator>GA3</dc:creator>
  <cp:lastModifiedBy>GA3</cp:lastModifiedBy>
  <cp:revision>6</cp:revision>
  <dcterms:created xsi:type="dcterms:W3CDTF">2026-04-13T01:46:02Z</dcterms:created>
  <dcterms:modified xsi:type="dcterms:W3CDTF">2026-04-13T03:02:22Z</dcterms:modified>
</cp:coreProperties>
</file>