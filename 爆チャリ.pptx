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2" r:id="rId4"/>
    <p:sldId id="257" r:id="rId5"/>
    <p:sldId id="259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887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6987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28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5290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3342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4037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2758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8397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728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4155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5468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8AC16-9C99-4DAF-B857-3E0C6295AE9F}" type="datetimeFigureOut">
              <a:rPr kumimoji="1" lang="ja-JP" altLang="en-US" smtClean="0"/>
              <a:t>2026/7/27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7592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28338"/>
            <a:ext cx="12464716" cy="7519737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8686"/>
            <a:ext cx="12464716" cy="7331049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464716" cy="7391399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81919"/>
            <a:ext cx="12464716" cy="6096000"/>
          </a:xfrm>
          <a:prstGeom prst="rect">
            <a:avLst/>
          </a:prstGeom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23735"/>
            <a:ext cx="12464716" cy="6096000"/>
          </a:xfrm>
          <a:prstGeom prst="rect">
            <a:avLst/>
          </a:prstGeom>
        </p:spPr>
      </p:pic>
      <p:sp>
        <p:nvSpPr>
          <p:cNvPr id="10" name="正方形/長方形 9"/>
          <p:cNvSpPr/>
          <p:nvPr/>
        </p:nvSpPr>
        <p:spPr>
          <a:xfrm>
            <a:off x="7493000" y="4260055"/>
            <a:ext cx="4971716" cy="32596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497374"/>
            <a:ext cx="9144000" cy="2387600"/>
          </a:xfrm>
        </p:spPr>
        <p:txBody>
          <a:bodyPr>
            <a:normAutofit/>
          </a:bodyPr>
          <a:lstStyle/>
          <a:p>
            <a:r>
              <a:rPr lang="ja-JP" altLang="en-US" sz="9600" b="1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爆チャリ</a:t>
            </a:r>
            <a:endParaRPr kumimoji="1" lang="ja-JP" altLang="en-US" sz="9600" b="1" dirty="0"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7569959" y="5009424"/>
            <a:ext cx="497924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 smtClean="0">
                <a:solidFill>
                  <a:schemeClr val="bg1"/>
                </a:solidFill>
              </a:rPr>
              <a:t>ジャンル：横スクロール２</a:t>
            </a:r>
            <a:r>
              <a:rPr kumimoji="1" lang="en-US" altLang="ja-JP" b="1" dirty="0" smtClean="0">
                <a:solidFill>
                  <a:schemeClr val="bg1"/>
                </a:solidFill>
              </a:rPr>
              <a:t>D</a:t>
            </a:r>
            <a:r>
              <a:rPr kumimoji="1" lang="ja-JP" altLang="en-US" b="1" dirty="0" smtClean="0">
                <a:solidFill>
                  <a:schemeClr val="bg1"/>
                </a:solidFill>
              </a:rPr>
              <a:t>アクションゲーム</a:t>
            </a:r>
            <a:r>
              <a:rPr kumimoji="1" lang="en-US" altLang="ja-JP" b="1" dirty="0" smtClean="0">
                <a:solidFill>
                  <a:schemeClr val="bg1"/>
                </a:solidFill>
              </a:rPr>
              <a:t/>
            </a:r>
            <a:br>
              <a:rPr kumimoji="1" lang="en-US" altLang="ja-JP" b="1" dirty="0" smtClean="0">
                <a:solidFill>
                  <a:schemeClr val="bg1"/>
                </a:solidFill>
              </a:rPr>
            </a:br>
            <a:r>
              <a:rPr kumimoji="1" lang="en-US" altLang="ja-JP" b="1" dirty="0" smtClean="0">
                <a:solidFill>
                  <a:schemeClr val="bg1"/>
                </a:solidFill>
              </a:rPr>
              <a:t/>
            </a:r>
            <a:br>
              <a:rPr kumimoji="1" lang="en-US" altLang="ja-JP" b="1" dirty="0" smtClean="0">
                <a:solidFill>
                  <a:schemeClr val="bg1"/>
                </a:solidFill>
              </a:rPr>
            </a:br>
            <a:r>
              <a:rPr kumimoji="1" lang="ja-JP" altLang="en-US" b="1" dirty="0" smtClean="0">
                <a:solidFill>
                  <a:schemeClr val="bg1"/>
                </a:solidFill>
              </a:rPr>
              <a:t>プレイ人数：</a:t>
            </a:r>
            <a:r>
              <a:rPr kumimoji="1" lang="en-US" altLang="ja-JP" b="1" dirty="0" smtClean="0">
                <a:solidFill>
                  <a:schemeClr val="bg1"/>
                </a:solidFill>
              </a:rPr>
              <a:t>1</a:t>
            </a:r>
            <a:r>
              <a:rPr kumimoji="1" lang="ja-JP" altLang="en-US" b="1" dirty="0" smtClean="0">
                <a:solidFill>
                  <a:schemeClr val="bg1"/>
                </a:solidFill>
              </a:rPr>
              <a:t>人</a:t>
            </a:r>
            <a:endParaRPr kumimoji="1" lang="en-US" altLang="ja-JP" b="1" dirty="0" smtClean="0">
              <a:solidFill>
                <a:schemeClr val="bg1"/>
              </a:solidFill>
            </a:endParaRPr>
          </a:p>
          <a:p>
            <a:endParaRPr lang="en-US" altLang="ja-JP" b="1" dirty="0">
              <a:solidFill>
                <a:schemeClr val="bg1"/>
              </a:solidFill>
            </a:endParaRPr>
          </a:p>
          <a:p>
            <a:r>
              <a:rPr lang="ja-JP" altLang="en-US" b="1" dirty="0">
                <a:solidFill>
                  <a:schemeClr val="bg1"/>
                </a:solidFill>
              </a:rPr>
              <a:t>開発</a:t>
            </a:r>
            <a:r>
              <a:rPr lang="ja-JP" altLang="en-US" b="1" dirty="0" smtClean="0">
                <a:solidFill>
                  <a:schemeClr val="bg1"/>
                </a:solidFill>
              </a:rPr>
              <a:t>環境：</a:t>
            </a:r>
            <a:r>
              <a:rPr lang="en-US" altLang="ja-JP" b="1" dirty="0" smtClean="0">
                <a:solidFill>
                  <a:schemeClr val="bg1"/>
                </a:solidFill>
              </a:rPr>
              <a:t>Unity</a:t>
            </a:r>
            <a:endParaRPr kumimoji="1" lang="ja-JP" altLang="en-US" b="1" dirty="0">
              <a:solidFill>
                <a:schemeClr val="bg1"/>
              </a:solidFill>
            </a:endParaRPr>
          </a:p>
        </p:txBody>
      </p:sp>
      <p:pic>
        <p:nvPicPr>
          <p:cNvPr id="13" name="図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525" y="5208407"/>
            <a:ext cx="2719675" cy="164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680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3900"/>
            <a:ext cx="6014213" cy="3391527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868" y="723900"/>
            <a:ext cx="6255131" cy="3481325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868" y="3860800"/>
            <a:ext cx="6255132" cy="2997200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782" y="3860800"/>
            <a:ext cx="5962650" cy="2997200"/>
          </a:xfrm>
          <a:prstGeom prst="rect">
            <a:avLst/>
          </a:prstGeom>
        </p:spPr>
      </p:pic>
      <p:sp>
        <p:nvSpPr>
          <p:cNvPr id="8" name="正方形/長方形 7"/>
          <p:cNvSpPr/>
          <p:nvPr/>
        </p:nvSpPr>
        <p:spPr>
          <a:xfrm>
            <a:off x="-1" y="0"/>
            <a:ext cx="12191999" cy="1041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 smtClean="0">
                <a:latin typeface="+mn-ea"/>
              </a:rPr>
              <a:t>ステージ</a:t>
            </a:r>
            <a:endParaRPr kumimoji="1" lang="ja-JP" altLang="en-US" sz="60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60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/>
        </p:nvSpPr>
        <p:spPr>
          <a:xfrm>
            <a:off x="0" y="-201335"/>
            <a:ext cx="12191999" cy="1041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4800" b="1" dirty="0">
                <a:latin typeface="+mn-ea"/>
              </a:rPr>
              <a:t>ゲーム画面</a:t>
            </a:r>
            <a:endParaRPr kumimoji="1" lang="ja-JP" altLang="en-US" sz="4800" b="1" dirty="0">
              <a:latin typeface="+mn-ea"/>
            </a:endParaRPr>
          </a:p>
        </p:txBody>
      </p:sp>
      <p:pic>
        <p:nvPicPr>
          <p:cNvPr id="2" name="図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9842"/>
            <a:ext cx="12192000" cy="612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651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440310" y="1849381"/>
            <a:ext cx="11082556" cy="4351338"/>
          </a:xfrm>
        </p:spPr>
        <p:txBody>
          <a:bodyPr>
            <a:normAutofit fontScale="85000" lnSpcReduction="20000"/>
          </a:bodyPr>
          <a:lstStyle/>
          <a:p>
            <a:r>
              <a:rPr lang="ja-JP" altLang="en-US" sz="3200" dirty="0"/>
              <a:t>自転車を操作し、プレイヤーを落とさずにギミック</a:t>
            </a:r>
            <a:r>
              <a:rPr lang="ja-JP" altLang="en-US" sz="3200" dirty="0" smtClean="0"/>
              <a:t>を</a:t>
            </a:r>
            <a:endParaRPr lang="en-US" altLang="ja-JP" sz="3200" dirty="0" smtClean="0"/>
          </a:p>
          <a:p>
            <a:pPr marL="0" indent="0">
              <a:buNone/>
            </a:pPr>
            <a:r>
              <a:rPr lang="ja-JP" altLang="en-US" sz="3200" dirty="0" smtClean="0"/>
              <a:t>  突破</a:t>
            </a:r>
            <a:r>
              <a:rPr lang="ja-JP" altLang="en-US" sz="3200" dirty="0"/>
              <a:t>してゴールを目指すアクションゲーム</a:t>
            </a:r>
            <a:r>
              <a:rPr lang="ja-JP" altLang="en-US" sz="3200" dirty="0" smtClean="0"/>
              <a:t>。</a:t>
            </a:r>
            <a:endParaRPr lang="en-US" altLang="ja-JP" sz="3200" dirty="0" smtClean="0"/>
          </a:p>
          <a:p>
            <a:pPr marL="0" indent="0">
              <a:buNone/>
            </a:pPr>
            <a:endParaRPr lang="en-US" altLang="ja-JP" sz="3200" dirty="0"/>
          </a:p>
          <a:p>
            <a:r>
              <a:rPr lang="ja-JP" altLang="en-US" sz="3200" dirty="0"/>
              <a:t>プレイヤーがゴールラインを越える</a:t>
            </a:r>
            <a:r>
              <a:rPr lang="ja-JP" altLang="en-US" sz="3200" dirty="0" smtClean="0"/>
              <a:t>とクリア</a:t>
            </a:r>
            <a:r>
              <a:rPr lang="ja-JP" altLang="en-US" sz="3200" dirty="0"/>
              <a:t>となり</a:t>
            </a:r>
            <a:r>
              <a:rPr lang="ja-JP" altLang="en-US" sz="3200" dirty="0" smtClean="0"/>
              <a:t>、</a:t>
            </a:r>
            <a:endParaRPr lang="en-US" altLang="ja-JP" sz="3200" dirty="0" smtClean="0"/>
          </a:p>
          <a:p>
            <a:pPr marL="0" indent="0">
              <a:buNone/>
            </a:pPr>
            <a:r>
              <a:rPr lang="en-US" altLang="ja-JP" sz="3200" dirty="0"/>
              <a:t> </a:t>
            </a:r>
            <a:r>
              <a:rPr lang="en-US" altLang="ja-JP" sz="3200" dirty="0" smtClean="0"/>
              <a:t> </a:t>
            </a:r>
            <a:r>
              <a:rPr lang="ja-JP" altLang="en-US" sz="3200" dirty="0" smtClean="0"/>
              <a:t>赤い</a:t>
            </a:r>
            <a:r>
              <a:rPr lang="ja-JP" altLang="en-US" sz="3200" dirty="0"/>
              <a:t>床や天井に触れる</a:t>
            </a:r>
            <a:r>
              <a:rPr lang="ja-JP" altLang="en-US" sz="3200" dirty="0" smtClean="0"/>
              <a:t>、プレイヤー</a:t>
            </a:r>
            <a:r>
              <a:rPr lang="ja-JP" altLang="en-US" sz="3200" dirty="0"/>
              <a:t>が落下する、</a:t>
            </a:r>
            <a:endParaRPr lang="en-US" altLang="ja-JP" sz="3200" dirty="0"/>
          </a:p>
          <a:p>
            <a:pPr marL="0" indent="0">
              <a:buNone/>
            </a:pPr>
            <a:r>
              <a:rPr lang="ja-JP" altLang="en-US" sz="3200" dirty="0" smtClean="0"/>
              <a:t>  また</a:t>
            </a:r>
            <a:r>
              <a:rPr lang="ja-JP" altLang="en-US" sz="3200" dirty="0"/>
              <a:t>は時間切れになるとゲームオーバーとなる</a:t>
            </a:r>
            <a:r>
              <a:rPr lang="ja-JP" altLang="en-US" sz="3200" dirty="0" smtClean="0"/>
              <a:t>。</a:t>
            </a:r>
            <a:endParaRPr lang="en-US" altLang="ja-JP" sz="3200" dirty="0" smtClean="0"/>
          </a:p>
          <a:p>
            <a:pPr marL="0" indent="0">
              <a:buNone/>
            </a:pPr>
            <a:endParaRPr lang="en-US" altLang="ja-JP" sz="3200" dirty="0" smtClean="0"/>
          </a:p>
          <a:p>
            <a:r>
              <a:rPr lang="ja-JP" altLang="en-US" sz="3200" dirty="0" smtClean="0"/>
              <a:t>ダッシュ</a:t>
            </a:r>
            <a:r>
              <a:rPr lang="ja-JP" altLang="en-US" sz="3200" dirty="0"/>
              <a:t>はスタミナを消費する</a:t>
            </a:r>
            <a:endParaRPr lang="en-US" altLang="ja-JP" sz="3200" dirty="0"/>
          </a:p>
          <a:p>
            <a:pPr marL="0" indent="0">
              <a:buNone/>
            </a:pPr>
            <a:r>
              <a:rPr lang="ja-JP" altLang="en-US" sz="3200" dirty="0"/>
              <a:t> </a:t>
            </a:r>
            <a:r>
              <a:rPr lang="ja-JP" altLang="en-US" sz="3200" dirty="0" smtClean="0"/>
              <a:t> スタミナ</a:t>
            </a:r>
            <a:r>
              <a:rPr lang="ja-JP" altLang="en-US" sz="3200" dirty="0"/>
              <a:t>は時間経過で少しずつ回復する</a:t>
            </a:r>
            <a:endParaRPr lang="en-US" altLang="ja-JP" sz="3200" dirty="0"/>
          </a:p>
          <a:p>
            <a:pPr marL="0" indent="0">
              <a:buNone/>
            </a:pPr>
            <a:r>
              <a:rPr lang="ja-JP" altLang="en-US" sz="3200" dirty="0" smtClean="0"/>
              <a:t>  スタミナ</a:t>
            </a:r>
            <a:r>
              <a:rPr lang="ja-JP" altLang="en-US" sz="3200" dirty="0"/>
              <a:t>が０になると全回復するまで操作ができなくなる</a:t>
            </a:r>
          </a:p>
          <a:p>
            <a:pPr marL="0" indent="0">
              <a:buNone/>
            </a:pPr>
            <a:endParaRPr lang="ja-JP" altLang="en-US" sz="3200" dirty="0"/>
          </a:p>
          <a:p>
            <a:endParaRPr lang="en-US" altLang="ja-JP" sz="3200" dirty="0"/>
          </a:p>
          <a:p>
            <a:endParaRPr lang="en-US" altLang="ja-JP" sz="3200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5924"/>
          </a:xfr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6000" b="1" dirty="0">
                <a:solidFill>
                  <a:schemeClr val="lt1"/>
                </a:solidFill>
                <a:latin typeface="+mn-ea"/>
                <a:ea typeface="+mn-ea"/>
                <a:cs typeface="+mn-cs"/>
              </a:rPr>
              <a:t>ゲーム説明</a:t>
            </a:r>
          </a:p>
        </p:txBody>
      </p:sp>
    </p:spTree>
    <p:extLst>
      <p:ext uri="{BB962C8B-B14F-4D97-AF65-F5344CB8AC3E}">
        <p14:creationId xmlns:p14="http://schemas.microsoft.com/office/powerpoint/2010/main" val="3497462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6000" b="1" dirty="0">
                <a:solidFill>
                  <a:schemeClr val="lt1"/>
                </a:solidFill>
                <a:latin typeface="+mn-ea"/>
                <a:ea typeface="+mn-ea"/>
                <a:cs typeface="+mn-cs"/>
              </a:rPr>
              <a:t>面白い点</a:t>
            </a:r>
            <a:endParaRPr lang="ja-JP" altLang="en-US" sz="6000" b="1" dirty="0">
              <a:solidFill>
                <a:schemeClr val="lt1"/>
              </a:solidFill>
              <a:latin typeface="+mn-ea"/>
              <a:ea typeface="+mn-ea"/>
              <a:cs typeface="+mn-cs"/>
            </a:endParaRP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762699" y="2396076"/>
            <a:ext cx="10515600" cy="4351338"/>
          </a:xfrm>
        </p:spPr>
        <p:txBody>
          <a:bodyPr>
            <a:normAutofit/>
          </a:bodyPr>
          <a:lstStyle/>
          <a:p>
            <a:r>
              <a:rPr kumimoji="1" lang="ja-JP" altLang="en-US" sz="3600" dirty="0" smtClean="0"/>
              <a:t>プレイヤーのバランスを取りながら進む点。</a:t>
            </a:r>
            <a:endParaRPr kumimoji="1" lang="en-US" altLang="ja-JP" sz="3600" dirty="0" smtClean="0"/>
          </a:p>
          <a:p>
            <a:r>
              <a:rPr lang="ja-JP" altLang="en-US" sz="3600" dirty="0" smtClean="0"/>
              <a:t>ダッシュを使うことで爆走できる</a:t>
            </a:r>
            <a:r>
              <a:rPr lang="ja-JP" altLang="en-US" sz="3600" dirty="0"/>
              <a:t>。</a:t>
            </a:r>
            <a:endParaRPr lang="en-US" altLang="ja-JP" sz="3600" dirty="0" smtClean="0"/>
          </a:p>
          <a:p>
            <a:r>
              <a:rPr kumimoji="1" lang="ja-JP" altLang="en-US" sz="3600" dirty="0" smtClean="0"/>
              <a:t>時間制限があるのでハラハラ感が味わえる。</a:t>
            </a:r>
            <a:endParaRPr kumimoji="1" lang="en-US" altLang="ja-JP" sz="3600" dirty="0" smtClean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0663752-4E96-B5D5-EAF2-30BBC1789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201" y="3255962"/>
            <a:ext cx="3178799" cy="360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247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/>
          <p:cNvSpPr>
            <a:spLocks noGrp="1"/>
          </p:cNvSpPr>
          <p:nvPr>
            <p:ph type="title"/>
          </p:nvPr>
        </p:nvSpPr>
        <p:spPr>
          <a:xfrm>
            <a:off x="0" y="4501"/>
            <a:ext cx="12192000" cy="1325563"/>
          </a:xfr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6000" b="1" dirty="0">
                <a:solidFill>
                  <a:schemeClr val="lt1"/>
                </a:solidFill>
                <a:latin typeface="+mn-ea"/>
                <a:ea typeface="+mn-ea"/>
                <a:cs typeface="+mn-cs"/>
              </a:rPr>
              <a:t>操作</a:t>
            </a:r>
            <a:r>
              <a:rPr lang="ja-JP" altLang="en-US" sz="6000" b="1" dirty="0" smtClean="0">
                <a:solidFill>
                  <a:schemeClr val="lt1"/>
                </a:solidFill>
                <a:latin typeface="+mn-ea"/>
                <a:ea typeface="+mn-ea"/>
                <a:cs typeface="+mn-cs"/>
              </a:rPr>
              <a:t>方法</a:t>
            </a:r>
            <a:endParaRPr lang="ja-JP" altLang="en-US" sz="6000" b="1" dirty="0">
              <a:solidFill>
                <a:schemeClr val="lt1"/>
              </a:solidFill>
              <a:latin typeface="+mn-ea"/>
              <a:ea typeface="+mn-ea"/>
              <a:cs typeface="+mn-cs"/>
            </a:endParaRP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571500" y="2041066"/>
            <a:ext cx="11049000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400" dirty="0"/>
              <a:t>W</a:t>
            </a:r>
            <a:r>
              <a:rPr lang="ja-JP" altLang="en-US" sz="4400" dirty="0"/>
              <a:t>：前進</a:t>
            </a:r>
            <a:endParaRPr lang="en-US" altLang="ja-JP" sz="4400" dirty="0"/>
          </a:p>
          <a:p>
            <a:r>
              <a:rPr lang="en-US" altLang="ja-JP" sz="4400" dirty="0" smtClean="0"/>
              <a:t>S </a:t>
            </a:r>
            <a:r>
              <a:rPr lang="ja-JP" altLang="en-US" sz="4400" dirty="0" smtClean="0"/>
              <a:t>：後退</a:t>
            </a:r>
            <a:endParaRPr lang="en-US" altLang="ja-JP" sz="4400" dirty="0" smtClean="0"/>
          </a:p>
          <a:p>
            <a:r>
              <a:rPr lang="en-US" altLang="ja-JP" sz="4400" dirty="0" smtClean="0"/>
              <a:t>D</a:t>
            </a:r>
            <a:r>
              <a:rPr lang="ja-JP" altLang="en-US" sz="4400" dirty="0" smtClean="0"/>
              <a:t>：</a:t>
            </a:r>
            <a:r>
              <a:rPr lang="ja-JP" altLang="en-US" sz="4400" dirty="0"/>
              <a:t>右回転</a:t>
            </a:r>
            <a:endParaRPr lang="en-US" altLang="ja-JP" sz="4400" dirty="0"/>
          </a:p>
          <a:p>
            <a:r>
              <a:rPr lang="en-US" altLang="ja-JP" sz="4400" dirty="0" smtClean="0"/>
              <a:t>A</a:t>
            </a:r>
            <a:r>
              <a:rPr lang="ja-JP" altLang="en-US" sz="4400" dirty="0" smtClean="0"/>
              <a:t>：左回転</a:t>
            </a:r>
            <a:endParaRPr lang="en-US" altLang="ja-JP" sz="4400" dirty="0" smtClean="0"/>
          </a:p>
          <a:p>
            <a:r>
              <a:rPr lang="en-US" altLang="ja-JP" sz="4400" dirty="0"/>
              <a:t>Shift</a:t>
            </a:r>
            <a:r>
              <a:rPr lang="ja-JP" altLang="en-US" sz="4400" dirty="0" smtClean="0"/>
              <a:t>：加速</a:t>
            </a:r>
            <a:endParaRPr lang="en-US" altLang="ja-JP" sz="4400" dirty="0" smtClean="0"/>
          </a:p>
          <a:p>
            <a:r>
              <a:rPr lang="en-US" altLang="ja-JP" sz="4400" dirty="0" smtClean="0"/>
              <a:t>R</a:t>
            </a:r>
            <a:r>
              <a:rPr lang="ja-JP" altLang="en-US" sz="4400" dirty="0" smtClean="0"/>
              <a:t>：リスタート</a:t>
            </a:r>
            <a:endParaRPr lang="en-US" altLang="ja-JP" sz="4400" dirty="0" smtClean="0"/>
          </a:p>
          <a:p>
            <a:endParaRPr lang="en-US" altLang="ja-JP" sz="2800" dirty="0"/>
          </a:p>
        </p:txBody>
      </p:sp>
    </p:spTree>
    <p:extLst>
      <p:ext uri="{BB962C8B-B14F-4D97-AF65-F5344CB8AC3E}">
        <p14:creationId xmlns:p14="http://schemas.microsoft.com/office/powerpoint/2010/main" val="27099844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146</Words>
  <Application>Microsoft Office PowerPoint</Application>
  <PresentationFormat>ワイド画面</PresentationFormat>
  <Paragraphs>29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HGS創英角ﾎﾟｯﾌﾟ体</vt:lpstr>
      <vt:lpstr>游ゴシック</vt:lpstr>
      <vt:lpstr>游ゴシック Light</vt:lpstr>
      <vt:lpstr>Arial</vt:lpstr>
      <vt:lpstr>Office テーマ</vt:lpstr>
      <vt:lpstr>爆チャリ</vt:lpstr>
      <vt:lpstr>PowerPoint プレゼンテーション</vt:lpstr>
      <vt:lpstr>PowerPoint プレゼンテーション</vt:lpstr>
      <vt:lpstr>ゲーム説明</vt:lpstr>
      <vt:lpstr>面白い点</vt:lpstr>
      <vt:lpstr>操作方法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横スクロールアクション</dc:title>
  <dc:creator>GA3</dc:creator>
  <cp:lastModifiedBy>GA3</cp:lastModifiedBy>
  <cp:revision>34</cp:revision>
  <dcterms:created xsi:type="dcterms:W3CDTF">2026-04-13T01:46:02Z</dcterms:created>
  <dcterms:modified xsi:type="dcterms:W3CDTF">2026-07-27T01:11:40Z</dcterms:modified>
</cp:coreProperties>
</file>