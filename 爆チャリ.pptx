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50" d="100"/>
          <a:sy n="50" d="100"/>
        </p:scale>
        <p:origin x="42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爆走チャリンコ</a:t>
            </a:r>
            <a:r>
              <a:rPr lang="ja-JP" altLang="en-US" sz="3600" dirty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川﨑、中西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9BD962-3D05-1755-C7F4-CDA06864C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607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7200" dirty="0"/>
              <a:t>ゲーム概要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78141" y="179206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/>
              <a:t>ジャンル：横スクロール</a:t>
            </a:r>
            <a:r>
              <a:rPr kumimoji="1" lang="en-US" altLang="ja-JP" sz="4400" dirty="0"/>
              <a:t>2D</a:t>
            </a:r>
            <a:r>
              <a:rPr kumimoji="1" lang="ja-JP" altLang="en-US" sz="4400" dirty="0"/>
              <a:t>アクション</a:t>
            </a:r>
            <a:endParaRPr kumimoji="1" lang="en-US" altLang="ja-JP" sz="4400" dirty="0"/>
          </a:p>
          <a:p>
            <a:pPr marL="0" indent="0">
              <a:buNone/>
            </a:pPr>
            <a:r>
              <a:rPr kumimoji="1" lang="ja-JP" altLang="en-US" sz="4400" dirty="0"/>
              <a:t>開発環境：</a:t>
            </a:r>
            <a:r>
              <a:rPr kumimoji="1" lang="en-US" altLang="ja-JP" sz="4400" dirty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プレイ人数：</a:t>
            </a:r>
            <a:r>
              <a:rPr lang="en-US" altLang="ja-JP" sz="4400" dirty="0"/>
              <a:t>1</a:t>
            </a:r>
            <a:r>
              <a:rPr lang="ja-JP" altLang="en-US" sz="4400" dirty="0"/>
              <a:t>人</a:t>
            </a:r>
            <a:endParaRPr lang="en-US" altLang="ja-JP" sz="4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3BF7E92-96A8-763B-E4D1-C5C9A8B79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607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ゲーム説明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自転車に乗りながらゴールを目指す</a:t>
            </a:r>
            <a:endParaRPr kumimoji="1" lang="en-US" altLang="ja-JP" dirty="0"/>
          </a:p>
          <a:p>
            <a:r>
              <a:rPr kumimoji="1" lang="ja-JP" altLang="en-US" dirty="0"/>
              <a:t>プレイヤーの体が</a:t>
            </a:r>
            <a:r>
              <a:rPr lang="ja-JP" altLang="en-US" dirty="0"/>
              <a:t>ふにゃふにゃ</a:t>
            </a:r>
            <a:endParaRPr kumimoji="1" lang="en-US" altLang="ja-JP" dirty="0"/>
          </a:p>
          <a:p>
            <a:r>
              <a:rPr kumimoji="1" lang="ja-JP" altLang="en-US" dirty="0"/>
              <a:t>プレイヤーが転倒しないようにスピード調節しながらバランスをとる</a:t>
            </a:r>
            <a:endParaRPr kumimoji="1" lang="en-US" altLang="ja-JP" dirty="0"/>
          </a:p>
          <a:p>
            <a:r>
              <a:rPr lang="ja-JP" altLang="en-US" dirty="0"/>
              <a:t>頭をぶつけたら</a:t>
            </a:r>
            <a:r>
              <a:rPr kumimoji="1" lang="ja-JP" altLang="en-US" dirty="0"/>
              <a:t>ゲームオーバー</a:t>
            </a:r>
            <a:endParaRPr kumimoji="1"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  <a:p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0607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56</Words>
  <Application>Microsoft Office PowerPoint</Application>
  <PresentationFormat>ワイド画面</PresentationFormat>
  <Paragraphs>12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ゲーム説明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ryota kawasaki</cp:lastModifiedBy>
  <cp:revision>10</cp:revision>
  <dcterms:created xsi:type="dcterms:W3CDTF">2026-04-13T01:46:02Z</dcterms:created>
  <dcterms:modified xsi:type="dcterms:W3CDTF">2026-04-17T01:01:04Z</dcterms:modified>
</cp:coreProperties>
</file>